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46304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00200"/>
            <a:ext cx="1371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Georgia"/>
              </a:defRPr>
            </a:pPr>
            <a:r>
              <a:t>MakeItSo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8503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0AEC0"/>
                </a:solidFill>
                <a:latin typeface="Calibri"/>
              </a:defRPr>
            </a:pPr>
            <a:r>
              <a:t>AI-powered course planning that connects what you study to where you're going.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Built for Davidson College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Students pick courses blind to career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No career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Students choose courses with zero visibility into how they map to actual careers.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courses, 24 departments. Generic advisor meetings aren't enough.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Networking anxiety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Alumni can help, but students don't know what to say or who to reach.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194560"/>
            <a:ext cx="2606040" cy="39319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3337560"/>
            <a:ext cx="21488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Professor roulette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069079"/>
            <a:ext cx="2148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RateMyProfessors is noisy. No synthesized, actionable professor intel.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Don't ask "what courses?" Ask "what career?"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7280"/>
                </a:solidFill>
                <a:latin typeface="Calibri"/>
              </a:defRPr>
            </a:pPr>
            <a:r>
              <a:t>MakeItSo flips planning on its head. Start with your dream career, and AI builds your entire roadmap backward—courses, people, activities, timeline.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743200"/>
            <a:ext cx="4389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Start with your interests</a:t>
            </a:r>
          </a:p>
        </p:txBody>
      </p:sp>
      <p:sp>
        <p:nvSpPr>
          <p:cNvPr id="10" name="Oval 9"/>
          <p:cNvSpPr/>
          <p:nvPr/>
        </p:nvSpPr>
        <p:spPr>
          <a:xfrm>
            <a:off x="1737360" y="414223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Tell us what fascinates you</a:t>
            </a:r>
          </a:p>
        </p:txBody>
      </p:sp>
      <p:sp>
        <p:nvSpPr>
          <p:cNvPr id="13" name="Oval 12"/>
          <p:cNvSpPr/>
          <p:nvPr/>
        </p:nvSpPr>
        <p:spPr>
          <a:xfrm>
            <a:off x="1737360" y="464515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Get AI course recommendations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737360" y="514807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Explore 24 career paths</a:t>
            </a:r>
          </a:p>
        </p:txBody>
      </p:sp>
      <p:sp>
        <p:nvSpPr>
          <p:cNvPr id="19" name="Oval 18"/>
          <p:cNvSpPr/>
          <p:nvPr/>
        </p:nvSpPr>
        <p:spPr>
          <a:xfrm>
            <a:off x="1737360" y="565099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Discover new possibilities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743200"/>
            <a:ext cx="43891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Backward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C1D1D"/>
                </a:solidFill>
                <a:latin typeface="Calibri"/>
              </a:defRPr>
            </a:pPr>
            <a:r>
              <a:t>Start with your dream career</a:t>
            </a:r>
          </a:p>
        </p:txBody>
      </p:sp>
      <p:sp>
        <p:nvSpPr>
          <p:cNvPr id="26" name="Oval 25"/>
          <p:cNvSpPr/>
          <p:nvPr/>
        </p:nvSpPr>
        <p:spPr>
          <a:xfrm>
            <a:off x="6766560" y="414223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Pick your target role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4515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AI generates full action plan</a:t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514807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Courses + People + Activities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565099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Follow your roadmap to success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Six AI-powered tools, one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Smart Course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Davidson courses with live enrollment, RateMyProfessors ratings, and AI-generated insights for key topics, skills, and career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AI Career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Tell us your dream career. Gemini generates a complete action plan: recommended courses, people to meet, activities to do, and Davidson-specific insights.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4-Year Roadmap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creates optimized semester-by-semester schedules respecting prerequisites, distribution requirements, and workload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Real data. Real people. Real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Professor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synthesizes RateMyProfessors reviews into balanced summaries with strengths, considerations, and a specific tip for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Alumni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40+ curated Davidson alumni across McKinsey, Goldman Sachs, Google, Microsoft, and more. Browse by career field and graduation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Cold Email Generator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Solves networking anxiety. AI writes personalized, professional outreach emails tailored to each alumnus's role and your interests.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Built with a modern, production-grade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B82F6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14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shadcn/ui + Tailwind CSS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Framer Motion animations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Recharts visualizations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01168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0B981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API Routes (serverless)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MongoDB Atlas + Mongoose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NextAuth.js authentication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bcrypt password hashing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269748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C1D1D"/>
                </a:solidFill>
                <a:latin typeface="Georgia"/>
              </a:defRPr>
            </a:pPr>
            <a:r>
              <a:t>AI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Google Gemini 3 Flash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JSON outputs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Smart caching (80% hit rate)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6 distinct AI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2011680"/>
            <a:ext cx="26974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B5CF6"/>
                </a:solidFill>
                <a:latin typeface="Georgia"/>
              </a:defRPr>
            </a:pPr>
            <a:r>
              <a:t>Data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Davidson College API (live)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RateMyProfessors GraphQL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463 courses indexed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40+ alumni curated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B90"/>
                </a:solidFill>
                <a:latin typeface="Calibri"/>
              </a:defRPr>
            </a:pPr>
            <a:r>
              <a:t>Deployed on Vercel  |  MongoDB Atlas  |  Serverless, auto-scaling  |  &lt;2s page 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Real data, real scale, real impact.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3B82F6"/>
                </a:solidFill>
                <a:latin typeface="Georgia"/>
              </a:defRPr>
            </a:pPr>
            <a:r>
              <a:t>463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Davidson courses fully indexed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C1D1D"/>
                </a:solidFill>
                <a:latin typeface="Georgia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Career paths 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10B981"/>
                </a:solidFill>
                <a:latin typeface="Georgia"/>
              </a:defRPr>
            </a:pPr>
            <a:r>
              <a:t>40+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918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Alumni contacts curated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B5CF6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AI-powered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59E0B"/>
                </a:solidFill>
                <a:latin typeface="Georgia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Credits tracked to graduation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EC4899"/>
                </a:solidFill>
                <a:latin typeface="Georgia"/>
              </a:defRPr>
            </a:pPr>
            <a: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66928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API endpoints built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This isn't another generic course planner.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Backward-from-career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1031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Most tools ask “what courses should I take?” We ask “what career do you want?” and build backward.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1272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Davidson-native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0175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courses, real faculty, real alumni, live enrollment from Davidson’s own API.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0416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AI-synthesized professor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9319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Our AI reads actual RMP reviews and creates balanced, actionable summaries with tips for success.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9560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Career intelligence on every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8463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Every course shows relevance: “CSC 121 is 90% relevant to SWE, 45% to Data Science.”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87044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760720"/>
            <a:ext cx="36576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E2A38"/>
                </a:solidFill>
                <a:latin typeface="Georgia"/>
              </a:defRPr>
            </a:pPr>
            <a:r>
              <a:t>Alumni + cold email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7607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We don’t just show alumni—we generate personalized outreach emails so students actually network.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From sign-up to career roadmap in 60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3317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Sign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Create account, set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major &amp; interests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233172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Explore Careers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Browse 24 paths,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pick your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0" y="23317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Generate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builds courses,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people,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83880" y="23317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Build 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Drag &amp; drop into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4-year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0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24612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Georgia"/>
              </a:defRPr>
            </a:pPr>
            <a:r>
              <a:t>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Find alumni, generate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cold emails with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Live demo available — try it yourself at the booth!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E2A38"/>
                </a:solidFill>
                <a:latin typeface="Georgia"/>
              </a:defRPr>
            </a:pPr>
            <a:r>
              <a:t>From Davidson prototype to institutional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377440"/>
            <a:ext cx="118872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hack@DAVIDSON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courses, 24 career paths, 6 AI features, live enrollment sync, alumni network, cold email 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2377440"/>
            <a:ext cx="11887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Campus-Wide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Student beta testing, advisor integrations, mobile optimization, feedback loop with academic deans.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18" y="2377440"/>
            <a:ext cx="118872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Multi-School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Adapt the engine for other liberal arts colleges. B2B licensing model for institutional career offices.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18872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325880"/>
            <a:ext cx="1371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1832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Georgia"/>
              </a:defRPr>
            </a:pPr>
            <a:r>
              <a:t>Your degree. Your career. One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23360"/>
            <a:ext cx="758952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0AEC0"/>
                </a:solidFill>
                <a:latin typeface="Calibri"/>
              </a:defRPr>
            </a:pPr>
            <a:r>
              <a:t>MakeItSo gives every Davidson student an AI career advisor—free, personalized, and always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2834640" cy="59436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983480"/>
            <a:ext cx="28346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Try the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85216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Questions? Come talk to us!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