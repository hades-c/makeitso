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57200"/>
            <a:ext cx="2743200" cy="27432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286000" cy="22860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0" y="1463040"/>
            <a:ext cx="1371600" cy="137160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572768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MIS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FFFFF"/>
                </a:solidFill>
                <a:latin typeface="Georgia"/>
              </a:defRPr>
            </a:pPr>
            <a:r>
              <a:t>MakeItSo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1148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A0AEC0"/>
                </a:solidFill>
                <a:latin typeface="Calibri"/>
              </a:defRPr>
            </a:pPr>
            <a:r>
              <a:t>AI-powered course planning that connects what you study to where you're going.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6692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hack@DAVIDSON 2025  |  Built for Davidson College Students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E2A38"/>
                </a:solidFill>
                <a:latin typeface="Georgia"/>
              </a:defRPr>
            </a:pPr>
            <a:r>
              <a:t>Students pick courses blind to career outcomes.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2560320" cy="329184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502920" cy="5029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No career connection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4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Students choose courses with zero visibility into how they map to actual careers.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286000"/>
            <a:ext cx="2560320" cy="329184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03320" y="2514600"/>
            <a:ext cx="502920" cy="5029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560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246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Information overload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74904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463 courses across 24 departments. Generic advisor meetings aren't enough.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286000"/>
            <a:ext cx="2560320" cy="329184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0" y="2514600"/>
            <a:ext cx="502920" cy="5029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560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46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Networking anxiety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74904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Alumni exist who can help, but students don't know what to say or who to contact.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2286000"/>
            <a:ext cx="2560320" cy="329184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81160" y="2514600"/>
            <a:ext cx="502920" cy="5029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2560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246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Professor roulette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74904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RateMyProfessors is noisy. There's no synthesized, actionable professor intel.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E2A38"/>
                </a:solidFill>
                <a:latin typeface="Georgia"/>
              </a:defRPr>
            </a:pPr>
            <a:r>
              <a:t>Don't ask "what courses?" Ask "what career?"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6B7280"/>
                </a:solidFill>
                <a:latin typeface="Calibri"/>
              </a:defRPr>
            </a:pPr>
            <a:r>
              <a:t>MakeItSo flips course planning on its head. Start with your dream career, and AI builds your entire academic roadmap backward—courses, people, activities, and timeline.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834640"/>
            <a:ext cx="4389120" cy="34747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2834640"/>
            <a:ext cx="43891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31546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E2A38"/>
                </a:solidFill>
                <a:latin typeface="Georgia"/>
              </a:defRPr>
            </a:pPr>
            <a:r>
              <a:t>Plan 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611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0B981"/>
                </a:solidFill>
                <a:latin typeface="Calibri"/>
              </a:defRPr>
            </a:pPr>
            <a:r>
              <a:t>Start with your interests</a:t>
            </a:r>
          </a:p>
        </p:txBody>
      </p:sp>
      <p:sp>
        <p:nvSpPr>
          <p:cNvPr id="10" name="Oval 9"/>
          <p:cNvSpPr/>
          <p:nvPr/>
        </p:nvSpPr>
        <p:spPr>
          <a:xfrm>
            <a:off x="1737360" y="420624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422452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224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Tell us what fascinates you</a:t>
            </a:r>
          </a:p>
        </p:txBody>
      </p:sp>
      <p:sp>
        <p:nvSpPr>
          <p:cNvPr id="13" name="Oval 12"/>
          <p:cNvSpPr/>
          <p:nvPr/>
        </p:nvSpPr>
        <p:spPr>
          <a:xfrm>
            <a:off x="1737360" y="466344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468172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4681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Get AI course recommendations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1737360" y="512064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513892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1389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Explore 24 career paths</a:t>
            </a:r>
          </a:p>
        </p:txBody>
      </p:sp>
      <p:sp>
        <p:nvSpPr>
          <p:cNvPr id="19" name="Oval 18"/>
          <p:cNvSpPr/>
          <p:nvPr/>
        </p:nvSpPr>
        <p:spPr>
          <a:xfrm>
            <a:off x="1737360" y="557784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559612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5961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Discover new possibilities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834640"/>
            <a:ext cx="4389120" cy="34747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2834640"/>
            <a:ext cx="438912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1546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E2A38"/>
                </a:solidFill>
                <a:latin typeface="Georgia"/>
              </a:defRPr>
            </a:pPr>
            <a:r>
              <a:t>Plan Backward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611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8C1D1D"/>
                </a:solidFill>
                <a:latin typeface="Calibri"/>
              </a:defRPr>
            </a:pPr>
            <a:r>
              <a:t>Start with your dream career</a:t>
            </a:r>
          </a:p>
        </p:txBody>
      </p:sp>
      <p:sp>
        <p:nvSpPr>
          <p:cNvPr id="26" name="Oval 25"/>
          <p:cNvSpPr/>
          <p:nvPr/>
        </p:nvSpPr>
        <p:spPr>
          <a:xfrm>
            <a:off x="6766560" y="4206240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422452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224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Pick your target role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4663440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468172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681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AI generates full action plan</a:t>
            </a:r>
          </a:p>
        </p:txBody>
      </p:sp>
      <p:sp>
        <p:nvSpPr>
          <p:cNvPr id="32" name="Oval 31"/>
          <p:cNvSpPr/>
          <p:nvPr/>
        </p:nvSpPr>
        <p:spPr>
          <a:xfrm>
            <a:off x="6766560" y="5120640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513892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1389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Courses + People + Activities</a:t>
            </a:r>
          </a:p>
        </p:txBody>
      </p:sp>
      <p:sp>
        <p:nvSpPr>
          <p:cNvPr id="35" name="Oval 34"/>
          <p:cNvSpPr/>
          <p:nvPr/>
        </p:nvSpPr>
        <p:spPr>
          <a:xfrm>
            <a:off x="6766560" y="5577840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559612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5961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Follow your roadmap to success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E2A38"/>
                </a:solidFill>
                <a:latin typeface="Georgia"/>
              </a:defRPr>
            </a:pPr>
            <a:r>
              <a:t>Six AI-powered tools, one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3774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Smart Course Explorer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real Davidson courses with live enrollment, RateMyProfessors ratings, and AI-generated insights showing key topics, skills gained, and career connections.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54879" y="2377440"/>
            <a:ext cx="548640" cy="54864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79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AI Career 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6576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Tell us your dream career. Gemini generates a complete action plan: recommended courses, people to meet, activities to do, and Davidson-specific insights.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03918" y="237744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8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4-Year Roadmap 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6576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AI creates optimized semester-by-semester schedules respecting prerequisites, distribution requirements, and workload balance. Adjustable specificity levels 1–5.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E2A38"/>
                </a:solidFill>
                <a:latin typeface="Georgia"/>
              </a:defRPr>
            </a:pPr>
            <a:r>
              <a:t>Real data. Real people. Real outcomes.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37744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Professor Insights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AI synthesizes RateMyProfessors reviews into balanced summaries with strengths, considerations, and a specific tip for success—actionable, not discouraging.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54879" y="237744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79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Alumni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6576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40+ curated Davidson alumni across McKinsey, Goldman Sachs, Google, Microsoft, and more. Browse by career field, company, and graduation year.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03918" y="2377440"/>
            <a:ext cx="548640" cy="5486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8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Cold Email Generator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6576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Solves networking anxiety. AI writes personalized, professional outreach emails tailored to each alumnus's role and the student's interests.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Built with a modern, production-grade stack.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651760" cy="329184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6517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B82F6"/>
                </a:solidFill>
                <a:latin typeface="Georgia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Next.js 14 + TypeScript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74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shadcn/ui + Tailwind CSS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Framer Motion animations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Recharts visualizations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103120"/>
            <a:ext cx="2651760" cy="329184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103120"/>
            <a:ext cx="26517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3774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0B981"/>
                </a:solidFill>
                <a:latin typeface="Georgia"/>
              </a:defRPr>
            </a:pPr>
            <a: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Next.js API Routes (serverless)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474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MongoDB Atlas + Mongoose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931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NextAuth.js authentication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389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bcrypt password hashing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103120"/>
            <a:ext cx="2651760" cy="329184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2103120"/>
            <a:ext cx="265176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3774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C1D1D"/>
                </a:solidFill>
                <a:latin typeface="Georgia"/>
              </a:defRPr>
            </a:pPr>
            <a:r>
              <a:t>AI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Google Gemini 3 Flash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474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Structured JSON outputs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931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Smart caching (80% hit rate)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389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6 distinct AI features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2103120"/>
            <a:ext cx="2651760" cy="329184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89720" y="2103120"/>
            <a:ext cx="26517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23774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B5CF6"/>
                </a:solidFill>
                <a:latin typeface="Georgia"/>
              </a:defRPr>
            </a:pPr>
            <a:r>
              <a:t>Data 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Davidson College API (live)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3474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RateMyProfessors GraphQL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3931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463 courses indexed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4389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40+ alumni curated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B90"/>
                </a:solidFill>
                <a:latin typeface="Calibri"/>
              </a:defRPr>
            </a:pPr>
            <a:r>
              <a:t>Deployed on Vercel  |  MongoDB Atlas  |  Serverless, auto-scaling  |  &lt;2s page loads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E2A38"/>
                </a:solidFill>
                <a:latin typeface="Georgia"/>
              </a:defRPr>
            </a:pPr>
            <a:r>
              <a:t>Real data, real scale, real impact.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2926080" cy="1828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3B82F6"/>
                </a:solidFill>
                <a:latin typeface="Georgia"/>
              </a:defRPr>
            </a:pPr>
            <a:r>
              <a:t>463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Davidson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fully indexed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194560"/>
            <a:ext cx="2926080" cy="1828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8C1D1D"/>
                </a:solidFill>
                <a:latin typeface="Georgia"/>
              </a:defRPr>
            </a:pPr>
            <a: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200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Career paths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mapped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94560"/>
            <a:ext cx="2926080" cy="1828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4231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10B981"/>
                </a:solidFill>
                <a:latin typeface="Georgia"/>
              </a:defRPr>
            </a:pPr>
            <a: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200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Alumni contacts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474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curated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480560"/>
            <a:ext cx="2926080" cy="1828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7091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8B5CF6"/>
                </a:solidFill>
                <a:latin typeface="Georgia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486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AI-powered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760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4480560"/>
            <a:ext cx="2926080" cy="1828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7091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59E0B"/>
                </a:solidFill>
                <a:latin typeface="Georgia"/>
              </a:defRPr>
            </a:pPr>
            <a:r>
              <a:t>128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486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Credits tracked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760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to graduation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480560"/>
            <a:ext cx="2926080" cy="1828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47091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EC4899"/>
                </a:solidFill>
                <a:latin typeface="Georgia"/>
              </a:defRPr>
            </a:pPr>
            <a:r>
              <a:t>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486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API endpoints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760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built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E2A38"/>
                </a:solidFill>
                <a:latin typeface="Georgia"/>
              </a:defRPr>
            </a:pPr>
            <a:r>
              <a:t>This isn't another generic course planner.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103120"/>
            <a:ext cx="137160" cy="1371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Backward-from-career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331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We flip the paradigm. Most tools ask “what courses should I take?” We ask “what career do you want?” and build backward.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971800"/>
            <a:ext cx="137160" cy="1371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880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Davidson-native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00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Not a generic tool. 463 real Davidson courses, real faculty, real alumni, live enrollment from Davidson’s own API.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840480"/>
            <a:ext cx="137160" cy="1371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AI-synthesized professor reviews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0690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Raw RMP is noisy. Our AI reads actual reviews and creates balanced, actionable summaries with tips for success.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709160"/>
            <a:ext cx="137160" cy="1371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617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Career intelligence on every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Every course shows career relevance: “CSC 121 is 90% relevant to Software Engineering, 45% to Data Science.”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5577840"/>
            <a:ext cx="137160" cy="1371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Alumni network + cold email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806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We don’t just show alumni—we generate personalized outreach emails so students actually network.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DEMO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From sign-up to career roadmap in 60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103120"/>
            <a:ext cx="2011680" cy="32004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80160" y="242316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48716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37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Georgia"/>
              </a:defRPr>
            </a:pPr>
            <a:r>
              <a:t>Sign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Create account,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60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set major &amp; interests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3291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A5A6E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103120"/>
            <a:ext cx="2011680" cy="32004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66160" y="2423160"/>
            <a:ext cx="640080" cy="64008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48716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337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Georgia"/>
              </a:defRPr>
            </a:pPr>
            <a:r>
              <a:t>Explore Careers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8404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Browse 24 paths,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160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pick your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291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A5A6E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66360" y="2103120"/>
            <a:ext cx="2011680" cy="32004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0" y="242316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48716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337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Georgia"/>
              </a:defRPr>
            </a:pPr>
            <a:r>
              <a:t>Generate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8404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AI builds courses,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160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people, activities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91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A5A6E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2103120"/>
            <a:ext cx="2011680" cy="32004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38160" y="242316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248716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337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Georgia"/>
              </a:defRPr>
            </a:pPr>
            <a:r>
              <a:t>Build Schedule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38404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Drag &amp; drop into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160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4-year roadmap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3291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4A5A6E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38360" y="2103120"/>
            <a:ext cx="2011680" cy="32004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24160" y="242316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24160" y="248716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3337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Georgia"/>
              </a:defRPr>
            </a:pPr>
            <a:r>
              <a:t>Network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8404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Find alumni, generate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4160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cold emails with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B90"/>
                </a:solidFill>
                <a:latin typeface="Calibri"/>
              </a:defRPr>
            </a:pPr>
            <a:r>
              <a:t>Live demo available — try it yourself at the booth!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E2A38"/>
                </a:solidFill>
                <a:latin typeface="Georgia"/>
              </a:defRPr>
            </a:pPr>
            <a:r>
              <a:t>From Davidson prototype to institutional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474720" cy="38404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34747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468880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8716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hack@DAVIDSON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courses, 24 career paths, 6 AI features, live enrollment sync, alumni network, cold email 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103120"/>
            <a:ext cx="3474720" cy="38404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0312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2468880"/>
            <a:ext cx="109728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79" y="248716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Campus-Wide Launch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6576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Student beta testing, advisor integrations, mobile optimization, feedback loop with academic deans.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103120"/>
            <a:ext cx="3474720" cy="38404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10312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18" y="2468880"/>
            <a:ext cx="1097280" cy="3657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8" y="248716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FUTURE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Multi-School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6576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Adapt the engine for other liberal arts colleges. B2B licensing model for institutional career offices.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57200"/>
            <a:ext cx="2743200" cy="27432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286000" cy="22860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0" y="1097280"/>
            <a:ext cx="1371600" cy="137160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207008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MIS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Georgia"/>
              </a:defRPr>
            </a:pPr>
            <a:r>
              <a:t>Your degree. Your career. One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749039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0AEC0"/>
                </a:solidFill>
                <a:latin typeface="Calibri"/>
              </a:defRPr>
            </a:pPr>
            <a:r>
              <a:t>MakeItSo gives every Davidson student an AI career advisor—free, personalized, and always available.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754880"/>
            <a:ext cx="2834640" cy="59436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480060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Try the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7607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hack@DAVIDSON 2025  |  Questions? Come talk to us!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